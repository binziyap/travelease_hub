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  <p:sldMasterId id="2147483678" r:id="rId3"/>
  </p:sldMasterIdLst>
  <p:sldIdLst>
    <p:sldId id="256" r:id="rId4"/>
    <p:sldId id="257" r:id="rId5"/>
    <p:sldId id="258" r:id="rId6"/>
    <p:sldId id="260" r:id="rId7"/>
    <p:sldId id="262" r:id="rId8"/>
    <p:sldId id="270" r:id="rId9"/>
    <p:sldId id="271" r:id="rId10"/>
    <p:sldId id="272" r:id="rId11"/>
    <p:sldId id="274" r:id="rId12"/>
    <p:sldId id="275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9" d="100"/>
          <a:sy n="119" d="100"/>
        </p:scale>
        <p:origin x="-394" y="2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;p2"/>
          <p:cNvSpPr/>
          <p:nvPr/>
        </p:nvSpPr>
        <p:spPr>
          <a:xfrm>
            <a:off x="7346160" y="130320"/>
            <a:ext cx="4888800" cy="4888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10;p2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2" name="Google Shape;11;p2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" name="Google Shape;12;p2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" name="Google Shape;13;p2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87200" y="1670040"/>
            <a:ext cx="5897160" cy="139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0;p11"/>
          <p:cNvSpPr/>
          <p:nvPr/>
        </p:nvSpPr>
        <p:spPr>
          <a:xfrm>
            <a:off x="-3422880" y="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" name="Google Shape;81;p11"/>
          <p:cNvGrpSpPr/>
          <p:nvPr/>
        </p:nvGrpSpPr>
        <p:grpSpPr>
          <a:xfrm>
            <a:off x="727200" y="-382320"/>
            <a:ext cx="7703280" cy="5906880"/>
            <a:chOff x="727200" y="-382320"/>
            <a:chExt cx="7703280" cy="5906880"/>
          </a:xfrm>
        </p:grpSpPr>
        <p:sp>
          <p:nvSpPr>
            <p:cNvPr id="9" name="Google Shape;82;p11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0" name="Google Shape;83;p11"/>
            <p:cNvCxnSpPr/>
            <p:nvPr/>
          </p:nvCxnSpPr>
          <p:spPr>
            <a:xfrm>
              <a:off x="727200" y="4608360"/>
              <a:ext cx="360" cy="9165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" name="Google Shape;84;p11"/>
            <p:cNvCxnSpPr/>
            <p:nvPr/>
          </p:nvCxnSpPr>
          <p:spPr>
            <a:xfrm>
              <a:off x="8430480" y="-382320"/>
              <a:ext cx="360" cy="91620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603160" y="1856160"/>
            <a:ext cx="5827320" cy="1024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fr-FR" sz="49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89;p13"/>
          <p:cNvSpPr/>
          <p:nvPr/>
        </p:nvSpPr>
        <p:spPr>
          <a:xfrm>
            <a:off x="-941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" name="Google Shape;90;p13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15" name="Google Shape;91;p13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" name="Google Shape;92;p13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7" name="Google Shape;93;p13"/>
            <p:cNvCxnSpPr/>
            <p:nvPr/>
          </p:nvCxnSpPr>
          <p:spPr>
            <a:xfrm flipH="1">
              <a:off x="8911080" y="491724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6312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title"/>
          </p:nvPr>
        </p:nvSpPr>
        <p:spPr>
          <a:xfrm>
            <a:off x="91944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title"/>
          </p:nvPr>
        </p:nvSpPr>
        <p:spPr>
          <a:xfrm>
            <a:off x="350892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91944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352836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title"/>
          </p:nvPr>
        </p:nvSpPr>
        <p:spPr>
          <a:xfrm>
            <a:off x="6136920" y="29775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title"/>
          </p:nvPr>
        </p:nvSpPr>
        <p:spPr>
          <a:xfrm>
            <a:off x="6136920" y="1319760"/>
            <a:ext cx="365400" cy="365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15000"/>
              </a:lnSpc>
              <a:buNone/>
            </a:pPr>
            <a:r>
              <a:rPr lang="fr-FR" sz="11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114;p14"/>
          <p:cNvSpPr/>
          <p:nvPr/>
        </p:nvSpPr>
        <p:spPr>
          <a:xfrm>
            <a:off x="-2125440" y="3018600"/>
            <a:ext cx="4242960" cy="42429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6" name="Google Shape;115;p14"/>
          <p:cNvGrpSpPr/>
          <p:nvPr/>
        </p:nvGrpSpPr>
        <p:grpSpPr>
          <a:xfrm>
            <a:off x="727200" y="-29160"/>
            <a:ext cx="8550720" cy="4637520"/>
            <a:chOff x="727200" y="-29160"/>
            <a:chExt cx="8550720" cy="4637520"/>
          </a:xfrm>
        </p:grpSpPr>
        <p:sp>
          <p:nvSpPr>
            <p:cNvPr id="27" name="Google Shape;116;p14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28" name="Google Shape;117;p14"/>
            <p:cNvCxnSpPr/>
            <p:nvPr/>
          </p:nvCxnSpPr>
          <p:spPr>
            <a:xfrm flipV="1">
              <a:off x="727200" y="-29160"/>
              <a:ext cx="360" cy="5630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29" name="Google Shape;118;p14"/>
            <p:cNvCxnSpPr/>
            <p:nvPr/>
          </p:nvCxnSpPr>
          <p:spPr>
            <a:xfrm>
              <a:off x="8430480" y="4608360"/>
              <a:ext cx="8478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212200" y="2464560"/>
            <a:ext cx="5913720" cy="53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22;p15"/>
          <p:cNvSpPr/>
          <p:nvPr/>
        </p:nvSpPr>
        <p:spPr>
          <a:xfrm>
            <a:off x="355284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" name="Google Shape;123;p15"/>
          <p:cNvGrpSpPr/>
          <p:nvPr/>
        </p:nvGrpSpPr>
        <p:grpSpPr>
          <a:xfrm>
            <a:off x="-50400" y="232560"/>
            <a:ext cx="8961120" cy="4684680"/>
            <a:chOff x="-50400" y="232560"/>
            <a:chExt cx="8961120" cy="4684680"/>
          </a:xfrm>
        </p:grpSpPr>
        <p:sp>
          <p:nvSpPr>
            <p:cNvPr id="33" name="Google Shape;124;p1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34" name="Google Shape;125;p15"/>
            <p:cNvCxnSpPr/>
            <p:nvPr/>
          </p:nvCxnSpPr>
          <p:spPr>
            <a:xfrm flipH="1">
              <a:off x="-50400" y="232560"/>
              <a:ext cx="309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720000" y="1203840"/>
            <a:ext cx="3197880" cy="1501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493880" y="0"/>
            <a:ext cx="4649760" cy="51433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130;p16"/>
          <p:cNvSpPr/>
          <p:nvPr/>
        </p:nvSpPr>
        <p:spPr>
          <a:xfrm>
            <a:off x="-923040" y="-94536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8" name="Google Shape;131;p16"/>
          <p:cNvGrpSpPr/>
          <p:nvPr/>
        </p:nvGrpSpPr>
        <p:grpSpPr>
          <a:xfrm>
            <a:off x="-18720" y="232560"/>
            <a:ext cx="9175680" cy="4684680"/>
            <a:chOff x="-18720" y="232560"/>
            <a:chExt cx="9175680" cy="4684680"/>
          </a:xfrm>
        </p:grpSpPr>
        <p:sp>
          <p:nvSpPr>
            <p:cNvPr id="39" name="Google Shape;132;p1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0" name="Google Shape;133;p16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1" name="Google Shape;134;p16"/>
            <p:cNvCxnSpPr/>
            <p:nvPr/>
          </p:nvCxnSpPr>
          <p:spPr>
            <a:xfrm>
              <a:off x="8917200" y="4917240"/>
              <a:ext cx="24012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78760" y="1533240"/>
            <a:ext cx="302472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138;p17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4" name="Google Shape;139;p17"/>
          <p:cNvGrpSpPr/>
          <p:nvPr/>
        </p:nvGrpSpPr>
        <p:grpSpPr>
          <a:xfrm>
            <a:off x="232200" y="232560"/>
            <a:ext cx="8937720" cy="4933080"/>
            <a:chOff x="232200" y="232560"/>
            <a:chExt cx="8937720" cy="4933080"/>
          </a:xfrm>
        </p:grpSpPr>
        <p:sp>
          <p:nvSpPr>
            <p:cNvPr id="45" name="Google Shape;140;p17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46" name="Google Shape;141;p17"/>
            <p:cNvCxnSpPr/>
            <p:nvPr/>
          </p:nvCxnSpPr>
          <p:spPr>
            <a:xfrm flipH="1">
              <a:off x="8911080" y="23256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47" name="Google Shape;142;p17"/>
            <p:cNvCxnSpPr/>
            <p:nvPr/>
          </p:nvCxnSpPr>
          <p:spPr>
            <a:xfrm>
              <a:off x="233280" y="4912920"/>
              <a:ext cx="360" cy="25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46;p18"/>
          <p:cNvSpPr/>
          <p:nvPr/>
        </p:nvSpPr>
        <p:spPr>
          <a:xfrm>
            <a:off x="7069320" y="3282840"/>
            <a:ext cx="3701520" cy="37015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0" name="Google Shape;147;p18"/>
          <p:cNvGrpSpPr/>
          <p:nvPr/>
        </p:nvGrpSpPr>
        <p:grpSpPr>
          <a:xfrm>
            <a:off x="-18720" y="232560"/>
            <a:ext cx="8929800" cy="5117400"/>
            <a:chOff x="-18720" y="232560"/>
            <a:chExt cx="8929800" cy="5117400"/>
          </a:xfrm>
        </p:grpSpPr>
        <p:sp>
          <p:nvSpPr>
            <p:cNvPr id="51" name="Google Shape;148;p18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2" name="Google Shape;149;p18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53" name="Google Shape;150;p18"/>
            <p:cNvCxnSpPr/>
            <p:nvPr/>
          </p:nvCxnSpPr>
          <p:spPr>
            <a:xfrm flipV="1">
              <a:off x="8911080" y="4916880"/>
              <a:ext cx="360" cy="4334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216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54;p19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6" name="Google Shape;155;p19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57" name="Google Shape;156;p19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58" name="Google Shape;157;p19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59" name="Google Shape;158;p19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67;p20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2" name="Google Shape;168;p20"/>
          <p:cNvGrpSpPr/>
          <p:nvPr/>
        </p:nvGrpSpPr>
        <p:grpSpPr>
          <a:xfrm>
            <a:off x="-720" y="1466640"/>
            <a:ext cx="939600" cy="2327040"/>
            <a:chOff x="-720" y="1466640"/>
            <a:chExt cx="939600" cy="2327040"/>
          </a:xfrm>
        </p:grpSpPr>
        <p:cxnSp>
          <p:nvCxnSpPr>
            <p:cNvPr id="63" name="Google Shape;169;p20"/>
            <p:cNvCxnSpPr/>
            <p:nvPr/>
          </p:nvCxnSpPr>
          <p:spPr>
            <a:xfrm>
              <a:off x="-720" y="146664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4" name="Google Shape;170;p20"/>
            <p:cNvCxnSpPr/>
            <p:nvPr/>
          </p:nvCxnSpPr>
          <p:spPr>
            <a:xfrm>
              <a:off x="-720" y="266832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5" name="Google Shape;171;p20"/>
            <p:cNvCxnSpPr/>
            <p:nvPr/>
          </p:nvCxnSpPr>
          <p:spPr>
            <a:xfrm>
              <a:off x="-720" y="3793680"/>
              <a:ext cx="9399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grpSp>
        <p:nvGrpSpPr>
          <p:cNvPr id="66" name="Google Shape;172;p20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67" name="Google Shape;173;p20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68" name="Google Shape;174;p20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69" name="Google Shape;175;p20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7;p3"/>
          <p:cNvSpPr/>
          <p:nvPr/>
        </p:nvSpPr>
        <p:spPr>
          <a:xfrm>
            <a:off x="6433560" y="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72" name="Google Shape;18;p3"/>
          <p:cNvGrpSpPr/>
          <p:nvPr/>
        </p:nvGrpSpPr>
        <p:grpSpPr>
          <a:xfrm>
            <a:off x="713160" y="-62280"/>
            <a:ext cx="7717320" cy="5209560"/>
            <a:chOff x="713160" y="-62280"/>
            <a:chExt cx="7717320" cy="5209560"/>
          </a:xfrm>
        </p:grpSpPr>
        <p:sp>
          <p:nvSpPr>
            <p:cNvPr id="73" name="Google Shape;19;p3"/>
            <p:cNvSpPr/>
            <p:nvPr/>
          </p:nvSpPr>
          <p:spPr>
            <a:xfrm>
              <a:off x="713160" y="533520"/>
              <a:ext cx="77173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74" name="Google Shape;20;p3"/>
            <p:cNvCxnSpPr/>
            <p:nvPr/>
          </p:nvCxnSpPr>
          <p:spPr>
            <a:xfrm flipV="1">
              <a:off x="713160" y="-62280"/>
              <a:ext cx="360" cy="5961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75" name="Google Shape;21;p3"/>
            <p:cNvCxnSpPr/>
            <p:nvPr/>
          </p:nvCxnSpPr>
          <p:spPr>
            <a:xfrm>
              <a:off x="8430480" y="4608360"/>
              <a:ext cx="360" cy="5392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16440" y="1977120"/>
            <a:ext cx="5067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720000" y="533520"/>
            <a:ext cx="82404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3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84;p21"/>
          <p:cNvSpPr/>
          <p:nvPr/>
        </p:nvSpPr>
        <p:spPr>
          <a:xfrm>
            <a:off x="8240760" y="-9266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0" name="Google Shape;185;p21"/>
          <p:cNvGrpSpPr/>
          <p:nvPr/>
        </p:nvGrpSpPr>
        <p:grpSpPr>
          <a:xfrm>
            <a:off x="232200" y="-59760"/>
            <a:ext cx="9070200" cy="4977000"/>
            <a:chOff x="232200" y="-59760"/>
            <a:chExt cx="9070200" cy="4977000"/>
          </a:xfrm>
        </p:grpSpPr>
        <p:sp>
          <p:nvSpPr>
            <p:cNvPr id="81" name="Google Shape;186;p21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2" name="Google Shape;187;p21"/>
            <p:cNvCxnSpPr/>
            <p:nvPr/>
          </p:nvCxnSpPr>
          <p:spPr>
            <a:xfrm flipV="1">
              <a:off x="232200" y="-59760"/>
              <a:ext cx="360" cy="2966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83" name="Google Shape;188;p21"/>
            <p:cNvCxnSpPr/>
            <p:nvPr/>
          </p:nvCxnSpPr>
          <p:spPr>
            <a:xfrm>
              <a:off x="8904600" y="4917240"/>
              <a:ext cx="3981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97;p22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6" name="Google Shape;198;p22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87" name="Google Shape;199;p22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88" name="Google Shape;200;p22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89" name="Google Shape;201;p22"/>
            <p:cNvCxnSpPr/>
            <p:nvPr/>
          </p:nvCxnSpPr>
          <p:spPr>
            <a:xfrm flipH="1">
              <a:off x="8911080" y="491724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212;p23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2" name="Google Shape;213;p23"/>
          <p:cNvGrpSpPr/>
          <p:nvPr/>
        </p:nvGrpSpPr>
        <p:grpSpPr>
          <a:xfrm>
            <a:off x="232200" y="232560"/>
            <a:ext cx="8988120" cy="5000040"/>
            <a:chOff x="232200" y="232560"/>
            <a:chExt cx="8988120" cy="5000040"/>
          </a:xfrm>
        </p:grpSpPr>
        <p:sp>
          <p:nvSpPr>
            <p:cNvPr id="93" name="Google Shape;214;p23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94" name="Google Shape;215;p23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95" name="Google Shape;216;p23"/>
            <p:cNvCxnSpPr/>
            <p:nvPr/>
          </p:nvCxnSpPr>
          <p:spPr>
            <a:xfrm>
              <a:off x="233280" y="4917240"/>
              <a:ext cx="360" cy="31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44;p25"/>
          <p:cNvSpPr/>
          <p:nvPr/>
        </p:nvSpPr>
        <p:spPr>
          <a:xfrm>
            <a:off x="8240760" y="-9266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7" name="Google Shape;245;p25"/>
          <p:cNvGrpSpPr/>
          <p:nvPr/>
        </p:nvGrpSpPr>
        <p:grpSpPr>
          <a:xfrm>
            <a:off x="-18720" y="232560"/>
            <a:ext cx="9188640" cy="4684680"/>
            <a:chOff x="-18720" y="232560"/>
            <a:chExt cx="9188640" cy="4684680"/>
          </a:xfrm>
        </p:grpSpPr>
        <p:sp>
          <p:nvSpPr>
            <p:cNvPr id="108" name="Google Shape;246;p2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09" name="Google Shape;247;p25"/>
            <p:cNvCxnSpPr/>
            <p:nvPr/>
          </p:nvCxnSpPr>
          <p:spPr>
            <a:xfrm flipH="1">
              <a:off x="-18720" y="491724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0" name="Google Shape;248;p25"/>
            <p:cNvCxnSpPr/>
            <p:nvPr/>
          </p:nvCxnSpPr>
          <p:spPr>
            <a:xfrm flipH="1">
              <a:off x="8911080" y="232560"/>
              <a:ext cx="2592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251;p26"/>
          <p:cNvSpPr/>
          <p:nvPr/>
        </p:nvSpPr>
        <p:spPr>
          <a:xfrm>
            <a:off x="-92448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3" name="Google Shape;252;p26"/>
          <p:cNvGrpSpPr/>
          <p:nvPr/>
        </p:nvGrpSpPr>
        <p:grpSpPr>
          <a:xfrm>
            <a:off x="232200" y="232560"/>
            <a:ext cx="8988120" cy="4964400"/>
            <a:chOff x="232200" y="232560"/>
            <a:chExt cx="8988120" cy="4964400"/>
          </a:xfrm>
        </p:grpSpPr>
        <p:sp>
          <p:nvSpPr>
            <p:cNvPr id="114" name="Google Shape;253;p2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15" name="Google Shape;254;p26"/>
            <p:cNvCxnSpPr/>
            <p:nvPr/>
          </p:nvCxnSpPr>
          <p:spPr>
            <a:xfrm flipH="1">
              <a:off x="891108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16" name="Google Shape;255;p26"/>
            <p:cNvCxnSpPr/>
            <p:nvPr/>
          </p:nvCxnSpPr>
          <p:spPr>
            <a:xfrm flipV="1">
              <a:off x="232200" y="4890240"/>
              <a:ext cx="360" cy="307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22520" y="444960"/>
            <a:ext cx="7708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58;p27"/>
          <p:cNvSpPr/>
          <p:nvPr/>
        </p:nvSpPr>
        <p:spPr>
          <a:xfrm>
            <a:off x="6677280" y="-9000"/>
            <a:ext cx="5161320" cy="5161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9" name="Google Shape;259;p27"/>
          <p:cNvGrpSpPr/>
          <p:nvPr/>
        </p:nvGrpSpPr>
        <p:grpSpPr>
          <a:xfrm>
            <a:off x="713160" y="-78840"/>
            <a:ext cx="8790840" cy="4687200"/>
            <a:chOff x="713160" y="-78840"/>
            <a:chExt cx="8790840" cy="4687200"/>
          </a:xfrm>
        </p:grpSpPr>
        <p:sp>
          <p:nvSpPr>
            <p:cNvPr id="120" name="Google Shape;260;p27"/>
            <p:cNvSpPr/>
            <p:nvPr/>
          </p:nvSpPr>
          <p:spPr>
            <a:xfrm>
              <a:off x="713160" y="533520"/>
              <a:ext cx="78631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21" name="Google Shape;261;p27"/>
            <p:cNvCxnSpPr/>
            <p:nvPr/>
          </p:nvCxnSpPr>
          <p:spPr>
            <a:xfrm flipV="1">
              <a:off x="713160" y="-78840"/>
              <a:ext cx="360" cy="6249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22" name="Google Shape;262;p27"/>
            <p:cNvCxnSpPr/>
            <p:nvPr/>
          </p:nvCxnSpPr>
          <p:spPr>
            <a:xfrm>
              <a:off x="8571600" y="4608360"/>
              <a:ext cx="93276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4400" y="7783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4" name="Google Shape;265;p27"/>
          <p:cNvSpPr/>
          <p:nvPr/>
        </p:nvSpPr>
        <p:spPr>
          <a:xfrm>
            <a:off x="1094400" y="3384000"/>
            <a:ext cx="57967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2"/>
              </a:rPr>
              <a:t>Slidesgo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,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  <a:hlinkClick r:id="rId3"/>
              </a:rPr>
              <a:t>Freepik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6;p4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7" name="Google Shape;27;p4"/>
          <p:cNvGrpSpPr/>
          <p:nvPr/>
        </p:nvGrpSpPr>
        <p:grpSpPr>
          <a:xfrm>
            <a:off x="-18720" y="232560"/>
            <a:ext cx="8929800" cy="5027400"/>
            <a:chOff x="-18720" y="232560"/>
            <a:chExt cx="8929800" cy="5027400"/>
          </a:xfrm>
        </p:grpSpPr>
        <p:sp>
          <p:nvSpPr>
            <p:cNvPr id="138" name="Google Shape;28;p4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9" name="Google Shape;29;p4"/>
            <p:cNvCxnSpPr/>
            <p:nvPr/>
          </p:nvCxnSpPr>
          <p:spPr>
            <a:xfrm flipH="1">
              <a:off x="-18720" y="23256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40" name="Google Shape;30;p4"/>
            <p:cNvCxnSpPr/>
            <p:nvPr/>
          </p:nvCxnSpPr>
          <p:spPr>
            <a:xfrm>
              <a:off x="8911080" y="4917240"/>
              <a:ext cx="360" cy="343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232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34;p5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4" name="Google Shape;35;p5"/>
          <p:cNvGrpSpPr/>
          <p:nvPr/>
        </p:nvGrpSpPr>
        <p:grpSpPr>
          <a:xfrm>
            <a:off x="-77040" y="232560"/>
            <a:ext cx="8988120" cy="4964400"/>
            <a:chOff x="-77040" y="232560"/>
            <a:chExt cx="8988120" cy="4964400"/>
          </a:xfrm>
        </p:grpSpPr>
        <p:sp>
          <p:nvSpPr>
            <p:cNvPr id="145" name="Google Shape;36;p5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46" name="Google Shape;37;p5"/>
            <p:cNvCxnSpPr/>
            <p:nvPr/>
          </p:nvCxnSpPr>
          <p:spPr>
            <a:xfrm flipH="1">
              <a:off x="-77040" y="232560"/>
              <a:ext cx="30960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47" name="Google Shape;38;p5"/>
            <p:cNvCxnSpPr/>
            <p:nvPr/>
          </p:nvCxnSpPr>
          <p:spPr>
            <a:xfrm flipV="1">
              <a:off x="8911080" y="4890240"/>
              <a:ext cx="360" cy="30708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54;p7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8" name="Google Shape;55;p7"/>
          <p:cNvGrpSpPr/>
          <p:nvPr/>
        </p:nvGrpSpPr>
        <p:grpSpPr>
          <a:xfrm>
            <a:off x="-18720" y="-15840"/>
            <a:ext cx="8929800" cy="4933080"/>
            <a:chOff x="-18720" y="-15840"/>
            <a:chExt cx="8929800" cy="4933080"/>
          </a:xfrm>
        </p:grpSpPr>
        <p:sp>
          <p:nvSpPr>
            <p:cNvPr id="159" name="Google Shape;56;p7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0" name="Google Shape;57;p7"/>
            <p:cNvCxnSpPr/>
            <p:nvPr/>
          </p:nvCxnSpPr>
          <p:spPr>
            <a:xfrm flipH="1">
              <a:off x="-18720" y="4917240"/>
              <a:ext cx="2588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61" name="Google Shape;58;p7"/>
            <p:cNvCxnSpPr/>
            <p:nvPr/>
          </p:nvCxnSpPr>
          <p:spPr>
            <a:xfrm flipV="1">
              <a:off x="8911080" y="-15840"/>
              <a:ext cx="360" cy="2588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720000" y="44820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62;p8"/>
          <p:cNvSpPr/>
          <p:nvPr/>
        </p:nvSpPr>
        <p:spPr>
          <a:xfrm>
            <a:off x="2007360" y="2777040"/>
            <a:ext cx="5143320" cy="514332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64" name="Google Shape;63;p8"/>
          <p:cNvGrpSpPr/>
          <p:nvPr/>
        </p:nvGrpSpPr>
        <p:grpSpPr>
          <a:xfrm>
            <a:off x="0" y="533520"/>
            <a:ext cx="9270720" cy="4074840"/>
            <a:chOff x="0" y="533520"/>
            <a:chExt cx="9270720" cy="4074840"/>
          </a:xfrm>
        </p:grpSpPr>
        <p:sp>
          <p:nvSpPr>
            <p:cNvPr id="165" name="Google Shape;64;p8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66" name="Google Shape;65;p8"/>
            <p:cNvCxnSpPr/>
            <p:nvPr/>
          </p:nvCxnSpPr>
          <p:spPr>
            <a:xfrm flipH="1">
              <a:off x="8430840" y="533520"/>
              <a:ext cx="84024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67" name="Google Shape;66;p8"/>
            <p:cNvCxnSpPr/>
            <p:nvPr/>
          </p:nvCxnSpPr>
          <p:spPr>
            <a:xfrm flipH="1">
              <a:off x="0" y="4608360"/>
              <a:ext cx="74088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644480" y="1733400"/>
            <a:ext cx="5854680" cy="7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69;p9"/>
          <p:cNvSpPr/>
          <p:nvPr/>
        </p:nvSpPr>
        <p:spPr>
          <a:xfrm>
            <a:off x="-2613600" y="-126000"/>
            <a:ext cx="5401800" cy="54018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0" name="Google Shape;70;p9"/>
          <p:cNvGrpSpPr/>
          <p:nvPr/>
        </p:nvGrpSpPr>
        <p:grpSpPr>
          <a:xfrm>
            <a:off x="727200" y="-48960"/>
            <a:ext cx="7703280" cy="5242680"/>
            <a:chOff x="727200" y="-48960"/>
            <a:chExt cx="7703280" cy="5242680"/>
          </a:xfrm>
        </p:grpSpPr>
        <p:sp>
          <p:nvSpPr>
            <p:cNvPr id="171" name="Google Shape;71;p9"/>
            <p:cNvSpPr/>
            <p:nvPr/>
          </p:nvSpPr>
          <p:spPr>
            <a:xfrm>
              <a:off x="727560" y="533520"/>
              <a:ext cx="7702920" cy="407448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72" name="Google Shape;72;p9"/>
            <p:cNvCxnSpPr/>
            <p:nvPr/>
          </p:nvCxnSpPr>
          <p:spPr>
            <a:xfrm flipV="1">
              <a:off x="727200" y="-48960"/>
              <a:ext cx="360" cy="585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73" name="Google Shape;73;p9"/>
            <p:cNvCxnSpPr/>
            <p:nvPr/>
          </p:nvCxnSpPr>
          <p:spPr>
            <a:xfrm flipV="1">
              <a:off x="8430480" y="4608360"/>
              <a:ext cx="360" cy="58572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496680" y="1021680"/>
            <a:ext cx="4294440" cy="2094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231;p24"/>
          <p:cNvSpPr/>
          <p:nvPr/>
        </p:nvSpPr>
        <p:spPr>
          <a:xfrm>
            <a:off x="6309000" y="2486880"/>
            <a:ext cx="4242960" cy="424296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8" name="Google Shape;232;p24"/>
          <p:cNvGrpSpPr/>
          <p:nvPr/>
        </p:nvGrpSpPr>
        <p:grpSpPr>
          <a:xfrm>
            <a:off x="-69480" y="539280"/>
            <a:ext cx="9455400" cy="4069080"/>
            <a:chOff x="-69480" y="539280"/>
            <a:chExt cx="9455400" cy="4069080"/>
          </a:xfrm>
        </p:grpSpPr>
        <p:grpSp>
          <p:nvGrpSpPr>
            <p:cNvPr id="99" name="Google Shape;233;p24"/>
            <p:cNvGrpSpPr/>
            <p:nvPr/>
          </p:nvGrpSpPr>
          <p:grpSpPr>
            <a:xfrm>
              <a:off x="713160" y="539640"/>
              <a:ext cx="8672760" cy="4068720"/>
              <a:chOff x="713160" y="539640"/>
              <a:chExt cx="8672760" cy="4068720"/>
            </a:xfrm>
          </p:grpSpPr>
          <p:sp>
            <p:nvSpPr>
              <p:cNvPr id="100" name="Google Shape;234;p24"/>
              <p:cNvSpPr/>
              <p:nvPr/>
            </p:nvSpPr>
            <p:spPr>
              <a:xfrm>
                <a:off x="713160" y="539640"/>
                <a:ext cx="7717320" cy="4068720"/>
              </a:xfrm>
              <a:prstGeom prst="rect">
                <a:avLst/>
              </a:prstGeom>
              <a:noFill/>
              <a:ln w="19050">
                <a:solidFill>
                  <a:srgbClr val="333333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01" name="Google Shape;235;p24"/>
              <p:cNvCxnSpPr/>
              <p:nvPr/>
            </p:nvCxnSpPr>
            <p:spPr>
              <a:xfrm>
                <a:off x="8407440" y="4608360"/>
                <a:ext cx="978840" cy="360"/>
              </a:xfrm>
              <a:prstGeom prst="straightConnector1">
                <a:avLst/>
              </a:prstGeom>
              <a:ln w="19050">
                <a:solidFill>
                  <a:srgbClr val="333333"/>
                </a:solidFill>
                <a:round/>
              </a:ln>
            </p:spPr>
          </p:cxnSp>
        </p:grpSp>
        <p:cxnSp>
          <p:nvCxnSpPr>
            <p:cNvPr id="102" name="Google Shape;236;p24"/>
            <p:cNvCxnSpPr/>
            <p:nvPr/>
          </p:nvCxnSpPr>
          <p:spPr>
            <a:xfrm flipH="1">
              <a:off x="-69480" y="539280"/>
              <a:ext cx="78912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07400" y="539640"/>
            <a:ext cx="40507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7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3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707400" y="1901520"/>
            <a:ext cx="40507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7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3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title"/>
          </p:nvPr>
        </p:nvSpPr>
        <p:spPr>
          <a:xfrm>
            <a:off x="707400" y="3263040"/>
            <a:ext cx="4050720" cy="7686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15000"/>
              </a:lnSpc>
              <a:buNone/>
            </a:pPr>
            <a:r>
              <a:rPr lang="fr-FR" sz="3700" b="0" u="none" strike="noStrike">
                <a:solidFill>
                  <a:schemeClr val="lt1"/>
                </a:solidFill>
                <a:effectLst/>
                <a:uFillTx/>
                <a:latin typeface="Figtree Black"/>
                <a:ea typeface="Figtree Black"/>
              </a:rPr>
              <a:t>xx%</a:t>
            </a:r>
            <a:endParaRPr lang="fr-FR" sz="3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267;p28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26" name="Google Shape;268;p28"/>
          <p:cNvGrpSpPr/>
          <p:nvPr/>
        </p:nvGrpSpPr>
        <p:grpSpPr>
          <a:xfrm>
            <a:off x="232200" y="-49320"/>
            <a:ext cx="8678880" cy="5250600"/>
            <a:chOff x="232200" y="-49320"/>
            <a:chExt cx="8678880" cy="5250600"/>
          </a:xfrm>
        </p:grpSpPr>
        <p:sp>
          <p:nvSpPr>
            <p:cNvPr id="127" name="Google Shape;269;p28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8" name="Google Shape;270;p28"/>
            <p:cNvGrpSpPr/>
            <p:nvPr/>
          </p:nvGrpSpPr>
          <p:grpSpPr>
            <a:xfrm>
              <a:off x="232200" y="-49320"/>
              <a:ext cx="8678880" cy="5250600"/>
              <a:chOff x="232200" y="-49320"/>
              <a:chExt cx="8678880" cy="5250600"/>
            </a:xfrm>
          </p:grpSpPr>
          <p:cxnSp>
            <p:nvCxnSpPr>
              <p:cNvPr id="129" name="Google Shape;271;p28"/>
              <p:cNvCxnSpPr/>
              <p:nvPr/>
            </p:nvCxnSpPr>
            <p:spPr>
              <a:xfrm flipV="1">
                <a:off x="232200" y="-49320"/>
                <a:ext cx="360" cy="284040"/>
              </a:xfrm>
              <a:prstGeom prst="straightConnector1">
                <a:avLst/>
              </a:prstGeom>
              <a:ln w="19050">
                <a:solidFill>
                  <a:srgbClr val="333333"/>
                </a:solidFill>
                <a:round/>
              </a:ln>
            </p:spPr>
          </p:cxnSp>
          <p:cxnSp>
            <p:nvCxnSpPr>
              <p:cNvPr id="130" name="Google Shape;272;p28"/>
              <p:cNvCxnSpPr/>
              <p:nvPr/>
            </p:nvCxnSpPr>
            <p:spPr>
              <a:xfrm flipV="1">
                <a:off x="8911080" y="4917240"/>
                <a:ext cx="360" cy="284400"/>
              </a:xfrm>
              <a:prstGeom prst="straightConnector1">
                <a:avLst/>
              </a:prstGeom>
              <a:ln w="19050">
                <a:solidFill>
                  <a:srgbClr val="333333"/>
                </a:solidFill>
                <a:round/>
              </a:ln>
            </p:spPr>
          </p:cxn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274;p29"/>
          <p:cNvSpPr/>
          <p:nvPr/>
        </p:nvSpPr>
        <p:spPr>
          <a:xfrm>
            <a:off x="8142120" y="-88668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2" name="Google Shape;275;p29"/>
          <p:cNvGrpSpPr/>
          <p:nvPr/>
        </p:nvGrpSpPr>
        <p:grpSpPr>
          <a:xfrm>
            <a:off x="232200" y="232560"/>
            <a:ext cx="9045000" cy="4975560"/>
            <a:chOff x="232200" y="232560"/>
            <a:chExt cx="9045000" cy="4975560"/>
          </a:xfrm>
        </p:grpSpPr>
        <p:sp>
          <p:nvSpPr>
            <p:cNvPr id="133" name="Google Shape;276;p29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cxnSp>
          <p:nvCxnSpPr>
            <p:cNvPr id="134" name="Google Shape;277;p29"/>
            <p:cNvCxnSpPr/>
            <p:nvPr/>
          </p:nvCxnSpPr>
          <p:spPr>
            <a:xfrm>
              <a:off x="8911080" y="232560"/>
              <a:ext cx="366480" cy="36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  <p:cxnSp>
          <p:nvCxnSpPr>
            <p:cNvPr id="135" name="Google Shape;278;p29"/>
            <p:cNvCxnSpPr/>
            <p:nvPr/>
          </p:nvCxnSpPr>
          <p:spPr>
            <a:xfrm>
              <a:off x="232200" y="4917240"/>
              <a:ext cx="1440" cy="291240"/>
            </a:xfrm>
            <a:prstGeom prst="straightConnector1">
              <a:avLst/>
            </a:prstGeom>
            <a:ln w="19050">
              <a:solidFill>
                <a:srgbClr val="333333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45;p6"/>
          <p:cNvSpPr/>
          <p:nvPr/>
        </p:nvSpPr>
        <p:spPr>
          <a:xfrm>
            <a:off x="8240760" y="4204440"/>
            <a:ext cx="1861200" cy="1861200"/>
          </a:xfrm>
          <a:prstGeom prst="ellipse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50" name="Google Shape;46;p6"/>
          <p:cNvGrpSpPr/>
          <p:nvPr/>
        </p:nvGrpSpPr>
        <p:grpSpPr>
          <a:xfrm>
            <a:off x="232200" y="-49320"/>
            <a:ext cx="8678880" cy="5250600"/>
            <a:chOff x="232200" y="-49320"/>
            <a:chExt cx="8678880" cy="5250600"/>
          </a:xfrm>
        </p:grpSpPr>
        <p:grpSp>
          <p:nvGrpSpPr>
            <p:cNvPr id="151" name="Google Shape;47;p6"/>
            <p:cNvGrpSpPr/>
            <p:nvPr/>
          </p:nvGrpSpPr>
          <p:grpSpPr>
            <a:xfrm>
              <a:off x="232200" y="-49320"/>
              <a:ext cx="8678880" cy="5250600"/>
              <a:chOff x="232200" y="-49320"/>
              <a:chExt cx="8678880" cy="5250600"/>
            </a:xfrm>
          </p:grpSpPr>
          <p:sp>
            <p:nvSpPr>
              <p:cNvPr id="152" name="Google Shape;48;p6"/>
              <p:cNvSpPr/>
              <p:nvPr/>
            </p:nvSpPr>
            <p:spPr>
              <a:xfrm>
                <a:off x="232200" y="232920"/>
                <a:ext cx="8678520" cy="4684320"/>
              </a:xfrm>
              <a:prstGeom prst="rect">
                <a:avLst/>
              </a:prstGeom>
              <a:noFill/>
              <a:ln w="19050">
                <a:solidFill>
                  <a:srgbClr val="333333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cxnSp>
            <p:nvCxnSpPr>
              <p:cNvPr id="153" name="Google Shape;49;p6"/>
              <p:cNvCxnSpPr/>
              <p:nvPr/>
            </p:nvCxnSpPr>
            <p:spPr>
              <a:xfrm flipV="1">
                <a:off x="8911080" y="-49320"/>
                <a:ext cx="360" cy="284040"/>
              </a:xfrm>
              <a:prstGeom prst="straightConnector1">
                <a:avLst/>
              </a:prstGeom>
              <a:ln w="19050">
                <a:solidFill>
                  <a:srgbClr val="333333"/>
                </a:solidFill>
                <a:round/>
              </a:ln>
            </p:spPr>
          </p:cxnSp>
          <p:cxnSp>
            <p:nvCxnSpPr>
              <p:cNvPr id="154" name="Google Shape;50;p6"/>
              <p:cNvCxnSpPr/>
              <p:nvPr/>
            </p:nvCxnSpPr>
            <p:spPr>
              <a:xfrm flipV="1">
                <a:off x="232200" y="4917240"/>
                <a:ext cx="360" cy="284400"/>
              </a:xfrm>
              <a:prstGeom prst="straightConnector1">
                <a:avLst/>
              </a:prstGeom>
              <a:ln w="19050">
                <a:solidFill>
                  <a:srgbClr val="333333"/>
                </a:solidFill>
                <a:round/>
              </a:ln>
            </p:spPr>
          </p:cxnSp>
        </p:grpSp>
        <p:sp>
          <p:nvSpPr>
            <p:cNvPr id="155" name="Google Shape;51;p6"/>
            <p:cNvSpPr/>
            <p:nvPr/>
          </p:nvSpPr>
          <p:spPr>
            <a:xfrm>
              <a:off x="232200" y="232920"/>
              <a:ext cx="8678520" cy="4684320"/>
            </a:xfrm>
            <a:prstGeom prst="rect">
              <a:avLst/>
            </a:prstGeom>
            <a:noFill/>
            <a:ln w="19050">
              <a:solidFill>
                <a:srgbClr val="333333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720000" y="4045320"/>
            <a:ext cx="7710480" cy="563040"/>
          </a:xfrm>
          <a:prstGeom prst="rect">
            <a:avLst/>
          </a:prstGeom>
          <a:solidFill>
            <a:schemeClr val="lt1"/>
          </a:solidFill>
          <a:ln w="936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078936" y="1318782"/>
            <a:ext cx="58957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sng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TRAVELEASE HUB</a:t>
            </a:r>
            <a:endParaRPr lang="fr-FR" sz="4000" b="1" u="sng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1147174" y="2993416"/>
            <a:ext cx="6168025" cy="9849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2500" lnSpcReduction="2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100" b="1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SIMPLIFYING AND PERSONALIZING TRAVEL PLANNING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3000" dirty="0">
              <a:solidFill>
                <a:schemeClr val="dk1"/>
              </a:solidFill>
              <a:latin typeface="Hanken Grotesk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Hanken Grotesk"/>
              </a:rPr>
              <a:t>				                 </a:t>
            </a:r>
            <a:r>
              <a:rPr lang="en-US" sz="2100" b="0" u="none" strike="noStrike" dirty="0">
                <a:solidFill>
                  <a:schemeClr val="dk1"/>
                </a:solidFill>
                <a:effectLst/>
                <a:uFillTx/>
                <a:latin typeface="Hanken Grotesk"/>
              </a:rPr>
              <a:t>PRESENTED BY: BINZIYA P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929368" y="410040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INTRODUCTION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723960" y="1219320"/>
            <a:ext cx="7705440" cy="3228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428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TravelEase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Hub is a comprehensive platform designed to enhance travel planning through AI-powered tools. It serves three user groups—travelers, agencies, and administrators—with features like itinerary planning, booking management, and budget estimation, aiming to deliver a smarter, collaborative, and tailored travel experience.</a:t>
            </a:r>
          </a:p>
          <a:p>
            <a:pPr marL="142920">
              <a:lnSpc>
                <a:spcPct val="12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chemeClr val="dk1"/>
              </a:solidFill>
              <a:effectLst/>
              <a:uFillTx/>
              <a:latin typeface="Hanken Grotesk"/>
              <a:ea typeface="Hanken Grotesk"/>
            </a:endParaRPr>
          </a:p>
          <a:p>
            <a:pPr marL="457200" indent="-314280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latin typeface="Hanken Grotesk"/>
              </a:rPr>
              <a:t>The proposed </a:t>
            </a:r>
            <a:r>
              <a:rPr lang="en-US" sz="1200" dirty="0" err="1">
                <a:latin typeface="Hanken Grotesk"/>
              </a:rPr>
              <a:t>TravelEase</a:t>
            </a:r>
            <a:r>
              <a:rPr lang="en-US" sz="1200" dirty="0">
                <a:latin typeface="Hanken Grotesk"/>
              </a:rPr>
              <a:t> Hub platform allows users to register, search for travel packages using smart filters, and receive AI-generated itinerary suggestions based on personal preferences. Users can book and cancel trips, estimate budgets, view travel routes on maps, and access trip history through a personalized dashboard. Travel agencies can sign up to list and manage travel packages, create promotional offers, and receive real-time booking alerts. Administrators are responsible for monitoring platform activity, managing user and agency accounts, and verifying the authenticity of submitted packages. Future extensions of the system will include a user pooling feature that matches travelers with similar destinations and a smart expense splitting tool to automatically divide trip costs among group travelers.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1410389" y="2499695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INTRODUCTION TO TRAVELEASE HUB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Figtree Black"/>
              </a:rPr>
              <a:t>01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396;p41"/>
          <p:cNvPicPr/>
          <p:nvPr/>
        </p:nvPicPr>
        <p:blipFill>
          <a:blip r:embed="rId2"/>
          <a:srcRect l="34705" t="934" r="6048" b="579"/>
          <a:stretch/>
        </p:blipFill>
        <p:spPr>
          <a:xfrm>
            <a:off x="4493880" y="0"/>
            <a:ext cx="4649760" cy="5142960"/>
          </a:xfrm>
          <a:prstGeom prst="rect">
            <a:avLst/>
          </a:prstGeom>
          <a:noFill/>
          <a:ln w="19050">
            <a:solidFill>
              <a:srgbClr val="333333"/>
            </a:solidFill>
            <a:round/>
          </a:ln>
        </p:spPr>
      </p:pic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37821" y="484623"/>
            <a:ext cx="320004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KEY PLATFORM FEATURES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ubTitle"/>
          </p:nvPr>
        </p:nvSpPr>
        <p:spPr>
          <a:xfrm>
            <a:off x="477079" y="1464365"/>
            <a:ext cx="3446922" cy="269759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TravelEase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Hub offers AI-generated personalized itineraries, smart package searches by destination, budget, and duration, booking and cancellation options, real-time dashboard updates, and budget estimations, all designed to streamline user travel management.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Unlike other platforms, </a:t>
            </a: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TravelEase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Hub provides dynamic, real-time collaborative features, automated expense sharing, and group travel pooling. It addresses gaps like lack of personalization and limited automation present in popular travel websites.</a:t>
            </a:r>
            <a:endParaRPr lang="fr-FR" sz="1200" dirty="0">
              <a:solidFill>
                <a:srgbClr val="000000"/>
              </a:solidFill>
            </a:endParaRPr>
          </a:p>
          <a:p>
            <a:pPr indent="0" algn="just">
              <a:lnSpc>
                <a:spcPct val="12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552320" y="2786298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SYSTEM ARCHITECTURE AND MODULES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Figtree Black"/>
              </a:rPr>
              <a:t>02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552320" y="2472398"/>
            <a:ext cx="5067000" cy="83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TECHNOLOGIES AND IMPLEMENTATION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title"/>
          </p:nvPr>
        </p:nvSpPr>
        <p:spPr>
          <a:xfrm>
            <a:off x="723960" y="533520"/>
            <a:ext cx="828360" cy="7045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Figtree Black"/>
              </a:rPr>
              <a:t>04</a:t>
            </a:r>
            <a:endParaRPr lang="fr-FR" sz="3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396;p41"/>
          <p:cNvPicPr/>
          <p:nvPr/>
        </p:nvPicPr>
        <p:blipFill>
          <a:blip r:embed="rId2"/>
          <a:srcRect l="34705" t="934" r="6048" b="579"/>
          <a:stretch/>
        </p:blipFill>
        <p:spPr>
          <a:xfrm>
            <a:off x="4493880" y="0"/>
            <a:ext cx="4649760" cy="5142960"/>
          </a:xfrm>
          <a:prstGeom prst="rect">
            <a:avLst/>
          </a:prstGeom>
          <a:noFill/>
          <a:ln w="19050">
            <a:solidFill>
              <a:srgbClr val="333333"/>
            </a:solidFill>
            <a:round/>
          </a:ln>
        </p:spPr>
      </p:pic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62609" y="1200240"/>
            <a:ext cx="3684103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FRONTEND AND BACKEND TECHNOLOGIES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723960" y="2705039"/>
            <a:ext cx="3200040" cy="160854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 dirty="0" err="1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TravelEase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Hub employs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React.js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for an interactive frontend and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Node.js with Express.js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for backend services. This combination ensures responsive design, efficient data handling, and scalable performance suitable for complex travel management.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56482" y="1395371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AI/ML INTEGRATION AND APIS</a:t>
            </a:r>
            <a:endParaRPr lang="fr-FR" sz="4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719280" y="2313332"/>
            <a:ext cx="6662181" cy="3228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57200" indent="-314280" algn="just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The system integrates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TensorFlow.js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and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OpenAI API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for AI-powered features. It also uses the Google Maps API for interactive route visualization, enhancing the user experience through intelligent recommendations and geographic insights.</a:t>
            </a:r>
          </a:p>
          <a:p>
            <a:pPr marL="457200" indent="-314280" algn="just">
              <a:lnSpc>
                <a:spcPct val="12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Security is ensured via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JWT (JSON Web Token)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authentication, providing secure login and session management. Robust authentication mechanisms protect user data and prevent unauthorized access, maintaining privacy and system integrity.</a:t>
            </a:r>
            <a:endParaRPr lang="fr-FR" sz="1200" dirty="0">
              <a:solidFill>
                <a:srgbClr val="000000"/>
              </a:solidFill>
            </a:endParaRPr>
          </a:p>
          <a:p>
            <a:pPr marL="457200" indent="-314280">
              <a:lnSpc>
                <a:spcPct val="120000"/>
              </a:lnSpc>
              <a:buNone/>
              <a:tabLst>
                <a:tab pos="0" algn="l"/>
              </a:tabLst>
            </a:pP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396;p41"/>
          <p:cNvPicPr/>
          <p:nvPr/>
        </p:nvPicPr>
        <p:blipFill>
          <a:blip r:embed="rId2"/>
          <a:srcRect l="34705" t="934" r="6048" b="579"/>
          <a:stretch/>
        </p:blipFill>
        <p:spPr>
          <a:xfrm>
            <a:off x="4493880" y="0"/>
            <a:ext cx="4649760" cy="5142960"/>
          </a:xfrm>
          <a:prstGeom prst="rect">
            <a:avLst/>
          </a:prstGeom>
          <a:noFill/>
          <a:ln w="19050">
            <a:solidFill>
              <a:srgbClr val="333333"/>
            </a:solidFill>
            <a:round/>
          </a:ln>
        </p:spPr>
      </p:pic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22852" y="1162719"/>
            <a:ext cx="320004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CONCLUSION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ubTitle"/>
          </p:nvPr>
        </p:nvSpPr>
        <p:spPr>
          <a:xfrm>
            <a:off x="622852" y="1914939"/>
            <a:ext cx="3301148" cy="224702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just">
              <a:lnSpc>
                <a:spcPct val="120000"/>
              </a:lnSpc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TravelEase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 Hub revolutionizes travel planning through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AI-driven personalization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Hanken Grotesk"/>
                <a:ea typeface="Hanken Grotesk"/>
              </a:rPr>
              <a:t>, real-time collaboration, and comprehensive management tools. By addressing current market limitations and introducing innovative group features, it positions itself as a leading platform for seamless, efficient, and satisfying travel experiences.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E909814-BB53-9A1D-F55B-93F53E6A6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>
            <a:extLst>
              <a:ext uri="{FF2B5EF4-FFF2-40B4-BE49-F238E27FC236}">
                <a16:creationId xmlns:a16="http://schemas.microsoft.com/office/drawing/2014/main" xmlns="" id="{8B0D23B7-7D29-9DE9-04CE-E3526D80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070" y="1462084"/>
            <a:ext cx="58957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00" b="0" u="none" strike="noStrike" dirty="0">
                <a:solidFill>
                  <a:schemeClr val="dk1"/>
                </a:solidFill>
                <a:effectLst/>
                <a:uFillTx/>
                <a:latin typeface="Figtree Black"/>
                <a:ea typeface="Figtree Black"/>
              </a:rPr>
              <a:t>THANK YOU!</a:t>
            </a:r>
            <a:endParaRPr lang="fr-FR" sz="3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0882698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443</Words>
  <Application>Microsoft Office PowerPoint</Application>
  <PresentationFormat>On-screen Show (16:9)</PresentationFormat>
  <Paragraphs>25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Elegant Black &amp; White Thesis Defense by Slidesgo</vt:lpstr>
      <vt:lpstr>Elegant Black &amp; White Thesis Defense by Slidesgo</vt:lpstr>
      <vt:lpstr>Slidesgo Final Pages</vt:lpstr>
      <vt:lpstr>TRAVELEASE HUB</vt:lpstr>
      <vt:lpstr>INTRODUCTION</vt:lpstr>
      <vt:lpstr>INTRODUCTION TO TRAVELEASE HUB</vt:lpstr>
      <vt:lpstr>KEY PLATFORM FEATURES</vt:lpstr>
      <vt:lpstr>SYSTEM ARCHITECTURE AND MODULES</vt:lpstr>
      <vt:lpstr>TECHNOLOGIES AND IMPLEMENTATION</vt:lpstr>
      <vt:lpstr>FRONTEND AND BACKEND TECHNOLOGIES</vt:lpstr>
      <vt:lpstr>AI/ML INTEGRATION AND APIS</vt:lpstr>
      <vt:lpstr>CONCLUSION</vt:lpstr>
      <vt:lpstr>THANK YOU!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TRAVELEASE HUB</dc:title>
  <dc:creator>TILJI</dc:creator>
  <cp:lastModifiedBy>binziya</cp:lastModifiedBy>
  <cp:revision>2</cp:revision>
  <dcterms:modified xsi:type="dcterms:W3CDTF">2025-10-23T07:54:30Z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2025-10-22T16:13:02Z</dcterms:created>
  <dc:creator>Unknown Creator</dc:creator>
  <dc:description/>
  <dc:language>en-US</dc:language>
  <cp:lastModifiedBy>Unknown Creator</cp:lastModifiedBy>
  <dcterms:modified xsi:type="dcterms:W3CDTF">2025-10-22T16:13:02Z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